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88130-BA17-4609-A2C6-99363AC018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D853EF-969F-4B28-A90C-B3D71A9C03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DB92BA-54D2-4A35-AF71-FC79B5C55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4475F-20BB-4781-B2B4-B5EB4E612219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5FB4AE-79D8-44E5-B6B6-4C99085C0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C38E01-D40A-4A0F-A07F-7C7A77139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95CAB-788F-42C9-B996-8C243371B69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07106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F1045-E934-4F26-8C11-ED95D66FC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DB362B-6D2E-4112-8154-088B5C4102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280E0B-E5DA-4B9E-8F8F-90D37206E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4475F-20BB-4781-B2B4-B5EB4E612219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49C1DE-74B3-463C-849F-4E9AE671D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2CFA22-5B35-4DA9-A690-207769346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95CAB-788F-42C9-B996-8C243371B69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22494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052D6-5A93-4CCD-B32F-9EF1D94E1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8550DA-EA03-409E-B812-750AB5EC7B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55A84C-6D5C-46F5-8BC8-147009024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4475F-20BB-4781-B2B4-B5EB4E612219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9391C0-1570-4DC7-9D8C-2C8844B60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5CA2F4-3E58-428A-BA3E-936CE2A91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95CAB-788F-42C9-B996-8C243371B69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732935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2B2AD-AA0C-4847-BDB5-FB028C7AF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89E56C-4BB6-4CFF-B0DF-F8288519DA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75CACC-2122-4CFA-8375-A5F6DE9449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31B8A8-072F-4634-95BF-9B4653427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4475F-20BB-4781-B2B4-B5EB4E612219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18C6C0-C362-4DFE-A8C6-1DA11EF1A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148130-8AE4-42A5-BE9E-D565580AC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95CAB-788F-42C9-B996-8C243371B69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954316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ABDB6-78B5-417E-8E86-1D018E900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9D605A-3643-4E3D-AA1F-C6A2D533DC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11C713-D085-442C-8BBD-E343D403B7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F33864-A281-42E8-A41D-D6637509E2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F64DBC-C888-4225-8B8E-0889B76FFE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6799F6-D51E-4C23-B1D6-BB2813E38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4475F-20BB-4781-B2B4-B5EB4E612219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90D0C0-505C-47C0-9BB4-A19C30F10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269292-80B9-46DA-A0E0-578409AE5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95CAB-788F-42C9-B996-8C243371B69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87386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C601A-99E8-493C-BEA8-8B0C5F04F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F2C6D3-F0FE-4778-BA5D-76DD3E367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4475F-20BB-4781-B2B4-B5EB4E612219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5F8578-D3F5-4267-A90F-39BC1F20B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D7CDCE-B4FD-47A2-AECD-8153265F7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95CAB-788F-42C9-B996-8C243371B69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219722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41823C-01A2-4764-83D3-F1E16DCC6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4475F-20BB-4781-B2B4-B5EB4E612219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E18AE3-E067-4C3F-8390-D1391B158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2E996B-9649-4D24-AA47-C8013671A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95CAB-788F-42C9-B996-8C243371B69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393900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BBA3B-4361-47B2-A0E1-6A1E7755A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F6DCF1-80C0-486A-93E7-DF53316A51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97EDCC-6F08-461B-A036-9756000AA1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9466EF-A2D8-4FF8-B088-7697E7AC3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4475F-20BB-4781-B2B4-B5EB4E612219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D36B56-E545-4717-9DDD-D265CF117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2A215C-4EF0-429C-A6F4-BF438097A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95CAB-788F-42C9-B996-8C243371B69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597701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54AC6-5CF3-43CE-93DB-943B7C894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FAD35E-F61D-4898-BBAB-CB7A50502A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1430B5-391C-4497-B615-E6AC97AA93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C0085C-537A-4C9F-9C05-CFE2D162F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4475F-20BB-4781-B2B4-B5EB4E612219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87FE24-F503-4841-AE2D-AA3F62EF7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B4BCC1-4265-4B45-BA90-5B02E7C5C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95CAB-788F-42C9-B996-8C243371B69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18677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2A8C1-D53F-4BBA-8ADC-9ADEF5E0D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2B9E30-6815-4946-A007-BC909F25C7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C01B4B-9FF5-4766-A545-423AD0443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4475F-20BB-4781-B2B4-B5EB4E612219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D3C2F6-6BA5-409C-B46A-452560F2A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C8848D-617C-46DC-B8B2-8B748BE33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95CAB-788F-42C9-B996-8C243371B69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15233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2F9B31-0428-4F27-A16D-7142200139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276D22-AA96-4361-B8B5-6FB71879D3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8A104E-4434-4C45-93CB-19ADD493F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4475F-20BB-4781-B2B4-B5EB4E612219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88BD4E-91A2-4049-A9D1-046DCDA21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17913A-FDFF-42F7-95C2-48AEDAFFA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95CAB-788F-42C9-B996-8C243371B69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62204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7C1921-35EB-47B1-9C5B-0FFE2AD3E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D2911-4B32-4BB4-912E-68132E2749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D7BC2B-444B-4753-A2CB-CCED2B844C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84475F-20BB-4781-B2B4-B5EB4E612219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F12E1A-5895-40E5-BB01-BC472770B1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E3D7F8-9CE5-40E6-AE9F-2651FA1FE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095CAB-788F-42C9-B996-8C243371B69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76282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5C2BD-5D67-4E95-B872-0771769AFF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00C8D8-D060-48E2-BD8D-897D29769A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3698963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7C51A-E4B6-41AC-A394-DF6111B41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b="1" dirty="0"/>
              <a:t>Features points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F627B7-8AA6-4954-9136-2716A27B4D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depth skill tree, with tons of different ways to play the game.</a:t>
            </a:r>
          </a:p>
          <a:p>
            <a:r>
              <a:rPr lang="en-US" dirty="0"/>
              <a:t>Huge </a:t>
            </a:r>
            <a:r>
              <a:rPr lang="en-US" dirty="0" err="1"/>
              <a:t>replayability</a:t>
            </a:r>
            <a:r>
              <a:rPr lang="en-US" dirty="0"/>
              <a:t>, choose a different story and skills each time you play.</a:t>
            </a:r>
          </a:p>
          <a:p>
            <a:r>
              <a:rPr lang="en-US" dirty="0"/>
              <a:t>Hundreds of different space ships to collect.</a:t>
            </a:r>
            <a:endParaRPr lang="en-I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B2F5F2-13A6-4AB9-97DD-D52ACE3C0A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8596" y="3785616"/>
            <a:ext cx="5486400" cy="30845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591F4BE-596B-4CD0-B547-6E2C9412A7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188" y="3786676"/>
            <a:ext cx="5486400" cy="3108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3428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51D51-A2A0-4107-BF03-F209B47B4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Market analysis</a:t>
            </a:r>
            <a:endParaRPr lang="en-IE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C2216B-3A95-450E-ADBA-D8E4FEECBD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63817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Similar to </a:t>
            </a:r>
          </a:p>
          <a:p>
            <a:r>
              <a:rPr lang="en-US" dirty="0"/>
              <a:t>Eve Online</a:t>
            </a:r>
          </a:p>
          <a:p>
            <a:r>
              <a:rPr lang="en-US" dirty="0"/>
              <a:t>Prince of Persia</a:t>
            </a:r>
          </a:p>
          <a:p>
            <a:r>
              <a:rPr lang="en-US" dirty="0"/>
              <a:t>Need for speed (space)</a:t>
            </a:r>
          </a:p>
          <a:p>
            <a:r>
              <a:rPr lang="en-US" dirty="0"/>
              <a:t>Call of duty </a:t>
            </a:r>
            <a:r>
              <a:rPr lang="en-US" dirty="0" err="1"/>
              <a:t>infinte</a:t>
            </a:r>
            <a:r>
              <a:rPr lang="en-US" dirty="0"/>
              <a:t> warfare</a:t>
            </a:r>
            <a:endParaRPr lang="en-I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47A4F8-CB52-4014-A22E-40E7864842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8104" y="0"/>
            <a:ext cx="6983896" cy="39284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8D9BACD-4146-41F6-BE39-CD1608D7C4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7035" y="3124925"/>
            <a:ext cx="4754033" cy="35655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10081A4-CA83-467D-AC93-820C21B523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0382" y="4389679"/>
            <a:ext cx="4735444" cy="2663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78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59</Words>
  <Application>Microsoft Office PowerPoint</Application>
  <PresentationFormat>Widescreen</PresentationFormat>
  <Paragraphs>10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Features points</vt:lpstr>
      <vt:lpstr>Market analysis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(Student) - Chi Cham Ng</dc:creator>
  <cp:lastModifiedBy>(Student) - Chi Cham Ng</cp:lastModifiedBy>
  <cp:revision>2</cp:revision>
  <dcterms:created xsi:type="dcterms:W3CDTF">2021-11-19T10:27:45Z</dcterms:created>
  <dcterms:modified xsi:type="dcterms:W3CDTF">2021-11-19T10:35:13Z</dcterms:modified>
</cp:coreProperties>
</file>