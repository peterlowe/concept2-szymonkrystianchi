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8395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7234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2028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4974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6397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0613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5592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04266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708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51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3019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3362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8595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0603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36322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8080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58460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BD58E06-8675-425B-AD79-AAE2427F7F9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A450AE4-09E6-4990-9E6B-A934E7435AC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27938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>
                <a:cs typeface="Calibri Light"/>
              </a:rPr>
              <a:t>Assassins in Space</a:t>
            </a:r>
            <a:endParaRPr lang="en-US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cs typeface="Calibri"/>
              </a:rPr>
              <a:t>By Szymon, Krystian, Chi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E6AB-D97C-4822-9D0B-43DB5C2F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859536"/>
            <a:ext cx="4832802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Assassins in Space</a:t>
            </a:r>
          </a:p>
        </p:txBody>
      </p:sp>
      <p:pic>
        <p:nvPicPr>
          <p:cNvPr id="5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5CA27CF8-CFA4-4EF2-B535-B69FD27D291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5317" r="-2" b="12834"/>
          <a:stretch/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86FF9-5E4D-40DC-9BE1-B863FC477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2512611"/>
            <a:ext cx="4832803" cy="3664351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You’re a modern assassin.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Travel into space to discover secrets of the Isu.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Use modern tech with old school hidden blades with lasers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D4E75075-5B75-4F53-98A1-8F96D8A2CE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61" r="-2" b="10634"/>
          <a:stretch/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D6C872-1BEA-4359-AF76-4AAB996E2010}"/>
              </a:ext>
            </a:extLst>
          </p:cNvPr>
          <p:cNvSpPr txBox="1"/>
          <p:nvPr/>
        </p:nvSpPr>
        <p:spPr>
          <a:xfrm>
            <a:off x="15614248" y="2775994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/>
              <a:buChar char="§"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51495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82FB-483B-460A-B9C6-E550E1867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World</a:t>
            </a:r>
          </a:p>
        </p:txBody>
      </p:sp>
      <p:pic>
        <p:nvPicPr>
          <p:cNvPr id="8" name="Picture 8" descr="Diagram&#10;&#10;Description automatically generated">
            <a:extLst>
              <a:ext uri="{FF2B5EF4-FFF2-40B4-BE49-F238E27FC236}">
                <a16:creationId xmlns:a16="http://schemas.microsoft.com/office/drawing/2014/main" id="{9CCFA1FC-7DEE-46F8-86EB-3F5041B3E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3813" y="1099245"/>
            <a:ext cx="5943600" cy="420231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FE2F2-3723-40E0-8339-5CE17C947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Travel on different planets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Open world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Scavenge for supplies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Upgrade your gear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Rescue people stranded in space/planets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cs typeface="Calibri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BA2940E0-3517-4E88-8782-B272A9F67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695958"/>
            <a:ext cx="4397433" cy="229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5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4003-E492-45BA-B142-BD4E62F48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5238" y="-1948068"/>
            <a:ext cx="8676222" cy="3127512"/>
          </a:xfrm>
        </p:spPr>
        <p:txBody>
          <a:bodyPr/>
          <a:lstStyle/>
          <a:p>
            <a:r>
              <a:rPr lang="en-IE" dirty="0"/>
              <a:t>Pillars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089CB-1EEF-4A71-8167-40DBB3D77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1399493"/>
            <a:ext cx="8676222" cy="19050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There are customizable space ships (Instead of horses!) in the game.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There is a special skill tree, where the player can choose which path to take.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There is hundreds of quests for the player to take, and NPC's to meet.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combat is fast paced, with laser weapons!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6DE2F-BBB9-4EA8-92D8-09B5F771B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395" y="3304493"/>
            <a:ext cx="7279065" cy="406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F8D0-CA6A-44A2-8063-5D18AAD0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70623"/>
            <a:ext cx="9905998" cy="1905000"/>
          </a:xfrm>
        </p:spPr>
        <p:txBody>
          <a:bodyPr/>
          <a:lstStyle/>
          <a:p>
            <a:r>
              <a:rPr lang="en-IE" dirty="0"/>
              <a:t>Games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005C3-537E-4071-8365-765228F32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17335"/>
            <a:ext cx="9905998" cy="3124201"/>
          </a:xfrm>
        </p:spPr>
        <p:txBody>
          <a:bodyPr/>
          <a:lstStyle/>
          <a:p>
            <a:r>
              <a:rPr lang="en-US" dirty="0"/>
              <a:t>You play as an assassin. You have various tools and weapons to your disposal to defeat your enemies.</a:t>
            </a:r>
          </a:p>
          <a:p>
            <a:r>
              <a:rPr lang="en-US" dirty="0"/>
              <a:t>You can fly around in your spaceship and look for treasure and do extra challenged.</a:t>
            </a:r>
          </a:p>
          <a:p>
            <a:r>
              <a:rPr lang="en-US" dirty="0"/>
              <a:t>You can change your skills and talents based on your play style.</a:t>
            </a:r>
          </a:p>
          <a:p>
            <a:r>
              <a:rPr lang="en-US" dirty="0"/>
              <a:t>The combat is fast paced, and the player can dodge/parry/block/attack.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F2524-DF4D-408F-95B8-3B2E94B24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252" y="4397138"/>
            <a:ext cx="5867754" cy="246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0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C51A-E4B6-41AC-A394-DF6111B4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Features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627B7-8AA6-4954-9136-2716A27B4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024630"/>
            <a:ext cx="9905998" cy="3124201"/>
          </a:xfrm>
        </p:spPr>
        <p:txBody>
          <a:bodyPr/>
          <a:lstStyle/>
          <a:p>
            <a:r>
              <a:rPr lang="en-US" dirty="0"/>
              <a:t>In depth skill tree, with tons of different ways to play the game.</a:t>
            </a:r>
          </a:p>
          <a:p>
            <a:r>
              <a:rPr lang="en-US" dirty="0"/>
              <a:t>Huge replay ability, choose a different story and skills each time you play.</a:t>
            </a:r>
          </a:p>
          <a:p>
            <a:r>
              <a:rPr lang="en-US" dirty="0"/>
              <a:t>Hundreds of different space ships to collect.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2F5F2-13A6-4AB9-97DD-D52ACE3C0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53" y="3444548"/>
            <a:ext cx="5486400" cy="3084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91F4BE-596B-4CD0-B547-6E2C9412A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099" y="3420164"/>
            <a:ext cx="54864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42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51D51-A2A0-4107-BF03-F209B47B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 analysis</a:t>
            </a:r>
            <a:endParaRPr lang="en-I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2216B-3A95-450E-ADBA-D8E4FEECB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854" y="800169"/>
            <a:ext cx="536381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Similar to </a:t>
            </a:r>
          </a:p>
          <a:p>
            <a:r>
              <a:rPr lang="en-US" dirty="0"/>
              <a:t>Eve Online</a:t>
            </a:r>
          </a:p>
          <a:p>
            <a:r>
              <a:rPr lang="en-US" dirty="0"/>
              <a:t>Prince of Persia</a:t>
            </a:r>
          </a:p>
          <a:p>
            <a:r>
              <a:rPr lang="en-US" dirty="0"/>
              <a:t>Need for speed (space)</a:t>
            </a:r>
          </a:p>
          <a:p>
            <a:r>
              <a:rPr lang="en-US" dirty="0"/>
              <a:t>Call of duty infinite warfare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7A4F8-CB52-4014-A22E-40E786484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104" y="0"/>
            <a:ext cx="6983896" cy="39284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D9BACD-4146-41F6-BE39-CD1608D7C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433" y="3929989"/>
            <a:ext cx="4754033" cy="30417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0081A4-CA83-467D-AC93-820C21B52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22" y="4119010"/>
            <a:ext cx="4735444" cy="266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86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</TotalTime>
  <Words>248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Wingdings</vt:lpstr>
      <vt:lpstr>Mesh</vt:lpstr>
      <vt:lpstr>Assassins in Space</vt:lpstr>
      <vt:lpstr>Assassins in Space</vt:lpstr>
      <vt:lpstr>World</vt:lpstr>
      <vt:lpstr>Pillars</vt:lpstr>
      <vt:lpstr>Games description</vt:lpstr>
      <vt:lpstr>Features points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Assassins in Space</dc:title>
  <dc:creator>(Student) - Szymon Staneczek</dc:creator>
  <cp:lastModifiedBy>(Student) - Szymon Staneczek</cp:lastModifiedBy>
  <cp:revision>1</cp:revision>
  <dcterms:created xsi:type="dcterms:W3CDTF">2021-11-19T10:40:55Z</dcterms:created>
  <dcterms:modified xsi:type="dcterms:W3CDTF">2021-11-19T10:43:51Z</dcterms:modified>
</cp:coreProperties>
</file>