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681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389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660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581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2109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1871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1587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178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5922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603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8849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7381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3486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3209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4493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1917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F3ED9-1504-4927-81D6-19332799DC71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E8F6126-0A5C-4DC2-B2AC-9A7896DB4B3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8799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4003-E492-45BA-B142-BD4E62F48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089CB-1EEF-4A71-8167-40DBB3D77E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There are customizable space ships (Instead of horses!) in the game.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a special skill tree, where the player can choose which path to take.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hundreds of quests for the player to take, and NPC's to meet.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combat is fast paced, with laser weapons!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6DE2F-BBB9-4EA8-92D8-09B5F771B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40" y="624988"/>
            <a:ext cx="5630061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3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F8D0-CA6A-44A2-8063-5D18AAD0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Games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005C3-537E-4071-8365-765228F32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play as an assassin. You have various tools and weapons to your disposal to defeat your enemies.</a:t>
            </a:r>
          </a:p>
          <a:p>
            <a:r>
              <a:rPr lang="en-US" dirty="0"/>
              <a:t>You can fly around in your spaceship and look for treasure and do extra challenged.</a:t>
            </a:r>
          </a:p>
          <a:p>
            <a:r>
              <a:rPr lang="en-US" dirty="0"/>
              <a:t>You can change your skills and talents based on your play style.</a:t>
            </a:r>
          </a:p>
          <a:p>
            <a:r>
              <a:rPr lang="en-US" dirty="0"/>
              <a:t>The combat is fast paced, and the player can dodge/parry/block/attack.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F2524-DF4D-408F-95B8-3B2E94B24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601" y="4292087"/>
            <a:ext cx="6118240" cy="256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001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127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Wisp</vt:lpstr>
      <vt:lpstr>Pillars</vt:lpstr>
      <vt:lpstr>Games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Pillars</dc:title>
  <dc:creator>Szymon Staneczek</dc:creator>
  <cp:lastModifiedBy>(Student) - Szymon Staneczek</cp:lastModifiedBy>
  <cp:revision>1</cp:revision>
  <dcterms:created xsi:type="dcterms:W3CDTF">2021-11-19T10:30:18Z</dcterms:created>
  <dcterms:modified xsi:type="dcterms:W3CDTF">2021-11-19T10:32:35Z</dcterms:modified>
</cp:coreProperties>
</file>