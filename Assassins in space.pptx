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E35BEA-659F-A904-821B-2D0CFF75DF56}" v="1" dt="2021-11-19T10:34:25.682"/>
    <p1510:client id="{E511A726-7F85-42A3-9483-1F1EEBAA6AFC}" v="139" dt="2021-11-19T10:34:14.6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454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037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406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875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638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982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116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36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545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633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15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8108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7200">
                <a:cs typeface="Calibri Light"/>
              </a:rPr>
              <a:t>Assassins in Space</a:t>
            </a:r>
            <a:endParaRPr lang="en-US" sz="7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cs typeface="Calibri"/>
              </a:rPr>
              <a:t>By Szymon, Krystian, Chi</a:t>
            </a:r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31BF440-39FA-4087-84CC-2EEC0BBDA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5CA27CF8-CFA4-4EF2-B535-B69FD27D291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5317" r="-2" b="12834"/>
          <a:stretch/>
        </p:blipFill>
        <p:spPr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D4E75075-5B75-4F53-98A1-8F96D8A2CE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861" r="-2" b="10634"/>
          <a:stretch/>
        </p:blipFill>
        <p:spPr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</p:spPr>
      </p:pic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F04E4CBA-303B-48BD-8451-C2701CB0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F6CA58B3-AFCC-4A40-9882-50D50808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C6E6AB-D97C-4822-9D0B-43DB5C2F7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859536"/>
            <a:ext cx="4832802" cy="12435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Assassins in Space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00AE6B-AA30-4CF8-BA6F-339B780AD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86FF9-5E4D-40DC-9BE1-B863FC477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2512611"/>
            <a:ext cx="4832803" cy="3664351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You’re a modern assassin.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Travel into space to discover secrets of the Isu.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/>
              <a:t>Use modern tech with old school hidden blades with lasers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D6C872-1BEA-4359-AF76-4AAB996E2010}"/>
              </a:ext>
            </a:extLst>
          </p:cNvPr>
          <p:cNvSpPr txBox="1"/>
          <p:nvPr/>
        </p:nvSpPr>
        <p:spPr>
          <a:xfrm>
            <a:off x="15614248" y="2775994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spcAft>
                <a:spcPts val="600"/>
              </a:spcAft>
              <a:buFont typeface="Wingdings"/>
              <a:buChar char="§"/>
            </a:pPr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151495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A882FB-483B-460A-B9C6-E550E1867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World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FE2F2-3723-40E0-8339-5CE17C947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719" y="2330505"/>
            <a:ext cx="5278066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Travel on different planets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Open world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Scavenge for supplies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Upgrade your gear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cs typeface="Calibri"/>
              </a:rPr>
              <a:t>Rescue people stranded in space/planets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cs typeface="Calibri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BA2940E0-3517-4E88-8782-B272A9F67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423" y="695958"/>
            <a:ext cx="4397433" cy="229062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8" descr="Diagram&#10;&#10;Description automatically generated">
            <a:extLst>
              <a:ext uri="{FF2B5EF4-FFF2-40B4-BE49-F238E27FC236}">
                <a16:creationId xmlns:a16="http://schemas.microsoft.com/office/drawing/2014/main" id="{9CCFA1FC-7DEE-46F8-86EB-3F5041B3E6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501168" y="3707894"/>
            <a:ext cx="3560079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557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Assassins in Space</vt:lpstr>
      <vt:lpstr>Assassins in Space</vt:lpstr>
      <vt:lpstr>World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44</cp:revision>
  <dcterms:created xsi:type="dcterms:W3CDTF">2021-11-19T10:27:12Z</dcterms:created>
  <dcterms:modified xsi:type="dcterms:W3CDTF">2021-11-19T10:34:31Z</dcterms:modified>
</cp:coreProperties>
</file>